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411480" bIns="411480"/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ChấmNhanh · Lộ trình AI 12 tháng</a:t>
            </a:r>
            <a:r>
              <a:rPr sz="1300" b="0">
                <a:solidFill>
                  <a:srgbClr val="C9D6EA"/>
                </a:solidFill>
                <a:latin typeface="Arial"/>
              </a:rPr>
              <a:t>   Đề xuất cho Ban lãnh đạo · Nhóm TungTungTungSahur · Đề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65992" cy="1051560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KẾT LUẬN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Trong 3 tháng, sửa lỗi tầng Khó rồi chạy ChấmNhanh Mức 1 cho bài thường tại 15 trung tâm: giáo viên bớt ≥ 60% giờ chấm, 0 bài lệch quá 1 điểm trên ≥ 300 bài chấm đôi; quyết định mở rộng ở ngày 90.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09728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194560"/>
            <a:ext cx="11365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3 VIỆC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514600"/>
            <a:ext cx="3685032" cy="132588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Bây giờ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Arial"/>
              </a:rPr>
              <a:t>0–3 tháng · cam kết · Mức 0 → 1 (30% duyệt, biên 46%)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Sửa tầng Khó + chấm bài thường có chuyển giáo viên + báo cáo độ lệch cho trung tâm lớn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2514600"/>
            <a:ext cx="3685032" cy="13258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Tiếp theo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Arial"/>
              </a:rPr>
              <a:t>3–6 tháng · định hướng · Mức 2 (15% duyệt, biên 63%)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Mức 2 (biên 63%), nhận xét trích câu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2514600"/>
            <a:ext cx="3685032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Sau này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Arial"/>
              </a:rPr>
              <a:t>6–12 tháng · khám phá · không hứa ngày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Xét Mức 3, báo cáo phụ huynh nếu đủ dữ liệu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023360"/>
            <a:ext cx="3685032" cy="2148840"/>
          </a:xfrm>
          <a:prstGeom prst="rect">
            <a:avLst/>
          </a:prstGeom>
          <a:noFill/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CẦN GÌ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2 kỹ sư + 1 quản lý sản phẩm; giáo viên duyệt của công ty, ~1,8 triệu cho 300 bài chấm đôi; cô Lan, thầy Khoa 2 giờ/tuần mỗi người (chạy lại bộ đề 14,2 giờ); đồng ý dữ liệu của trung tâm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4023360"/>
            <a:ext cx="3685032" cy="2148840"/>
          </a:xfrm>
          <a:prstGeom prst="rect">
            <a:avLst/>
          </a:prstGeom>
          <a:noFill/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RỦI RO LỚN NHẤT &amp; CÁCH XỬ LÝ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Trung tâm lớn (55% doanh thu) rời đi vì điểm lệch → gửi báo cáo độ lệch từ ngày 30, chuyển bài 5,0–6,5 cho giáo viên. Biên Mức 1 chỉ 46% → lên Mức 2 (biên 63%) trước tháng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4023360"/>
            <a:ext cx="3685032" cy="2148840"/>
          </a:xfrm>
          <a:prstGeom prst="rect">
            <a:avLst/>
          </a:prstGeom>
          <a:noFill/>
          <a:ln w="12700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KHI NÀO XEM LẠI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Ngày 30/60/90; ngay khi có 1 bài lệch quá 1 điểm lọt đến học sinh hoặc khiếu nại phụ huynh; khi đổi mô hình hoặc giá gọi AI thay đổi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113659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95959"/>
                </a:solidFill>
                <a:latin typeface="Arial"/>
              </a:rPr>
              <a:t>Số liệu: TungTungTungSahur_CS13.xlsx (trang 2–5) và CS13_HoSoTinhHuong.pdf, Đề 2. Doanh thu 5.210 đ/bài; biên ≥ 60% cần ≤ 17,7% bài có người duyệt. Số liệu của đề là giả định học tập.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